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MongoDB Avanzado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Objetos, Seguridad y Administración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Colecciones, Vistas, Funciones JS, Cursores, Seguridad y Auditoría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MongoDB?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 de datos NoSQL orientada a documentos BSON.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Arquitectura MongoDB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Cliente → Compass → Server → Database → Collections → Documents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Colecciones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Equivalente a tablas en bases de datos relacionales.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Vistas (Views)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Consultas almacenadas sin duplicar datos.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Funciones JavaScript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Automatización y cálculos personalizados.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Cursores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Recorrido documento por documento.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Agregaciones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Alternativa a procedimientos almacenados.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Seguridad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Usuarios, roles, privilegios y buenas prácticas.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Auditoría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Registro de acciones y trazabilidad.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Caso de Estudio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Sistema de Tienda Tecnológica.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Laboratorio MongoDB Compass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Creación de BD, vistas, cursores y usuarios.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Asignación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BibliotecaDB y objetos avanzados.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Rúbrica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Evaluación sobre implementación y documentación.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Diagrama General MongoDB</a:t>
            </a:r>
          </a:p>
        </p:txBody>
      </p:sp>
      <p:pic>
        <p:nvPicPr>
          <p:cNvPr id="3" name="Picture 2" descr="a_clean_infographic_poster_about_mongodb_white_l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31520"/>
            <a:ext cx="7955280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
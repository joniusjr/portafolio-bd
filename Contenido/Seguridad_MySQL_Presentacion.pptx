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Seguridad en Bases de Datos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Conceptos clave:</a:t>
            </a:r>
          </a:p>
          <a:p>
            <a:r>
              <a:t>- Confidencialidad</a:t>
            </a:r>
          </a:p>
          <a:p>
            <a:r>
              <a:t>- Integridad</a:t>
            </a:r>
          </a:p>
          <a:p>
            <a:r>
              <a:t>- Disponibilidad</a:t>
            </a:r>
          </a:p>
          <a:p>
            <a:r>
              <a:t>- Control de accesos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Amenazas Comunes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Inyección SQL</a:t>
            </a:r>
          </a:p>
          <a:p>
            <a:r>
              <a:t>- Accesos no autorizados</a:t>
            </a:r>
          </a:p>
          <a:p>
            <a:r>
              <a:t>- Pérdida de datos</a:t>
            </a:r>
          </a:p>
          <a:p>
            <a:r>
              <a:t>- Malware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Gestión de Usuarios en MySQL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USER</a:t>
            </a:r>
          </a:p>
          <a:p>
            <a:r>
              <a:t>- ALTER USER</a:t>
            </a:r>
          </a:p>
          <a:p>
            <a:r>
              <a:t>- DROP USER</a:t>
            </a:r>
          </a:p>
          <a:p>
            <a:r>
              <a:t>- Autenticación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Privilegios y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GRANT</a:t>
            </a:r>
          </a:p>
          <a:p>
            <a:r>
              <a:t>- REVOKE</a:t>
            </a:r>
          </a:p>
          <a:p>
            <a:r>
              <a:t>- Roles en MySQL</a:t>
            </a:r>
          </a:p>
          <a:p>
            <a:r>
              <a:t>- Principio de menor privilegio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Auditoría y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Logs de acceso</a:t>
            </a:r>
          </a:p>
          <a:p>
            <a:r>
              <a:t>- Registro de actividades</a:t>
            </a:r>
          </a:p>
          <a:p>
            <a:r>
              <a:t>- Monitoreo continuo</a:t>
            </a:r>
          </a:p>
          <a:p>
            <a:r>
              <a:t>- Herramientas externas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Respaldos (Backups)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Importancia de los backups</a:t>
            </a:r>
          </a:p>
          <a:p>
            <a:r>
              <a:t>- Tipos: completo, incremental</a:t>
            </a:r>
          </a:p>
          <a:p>
            <a:r>
              <a:t>- Herramienta mysqldump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Backup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mysqldump -u usuario -p basedatos &gt; backup.sql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Restauración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Uso de archivos .sql</a:t>
            </a:r>
          </a:p>
          <a:p>
            <a:r>
              <a:t>- Recuperación ante fallos</a:t>
            </a:r>
          </a:p>
          <a:p>
            <a:r>
              <a:t>- Minimizar pérdida de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Restauración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 -u usuario -p basedatos &lt; backup.sql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Contraseñas seguras</a:t>
            </a:r>
          </a:p>
          <a:p>
            <a:r>
              <a:t>- Copias periódicas</a:t>
            </a:r>
          </a:p>
          <a:p>
            <a:r>
              <a:t>- Uso de roles</a:t>
            </a:r>
          </a:p>
          <a:p>
            <a:r>
              <a:t>- Actualizaciones constantes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seguridad en MySQL es fundamental para proteger la información y garantizar la continuidad del negocio.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
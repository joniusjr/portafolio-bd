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Services y Bases de Datos en la Nube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Conceptos, arquitectura, ventajas y ejemplos con AWS y Azure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de prestación de servicios de TI a través de Internet.</a:t>
            </a:r>
          </a:p>
          <a:p>
            <a:r>
              <a:t>• Escalabilidad</a:t>
            </a:r>
          </a:p>
          <a:p>
            <a:r>
              <a:t>• Pago por uso</a:t>
            </a:r>
          </a:p>
          <a:p>
            <a:r>
              <a:t>• Alta disponibilidad</a:t>
            </a:r>
          </a:p>
          <a:p>
            <a:r>
              <a:t>• Acceso global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de Servicio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IaaS: Infraestructura</a:t>
            </a:r>
          </a:p>
          <a:p>
            <a:r>
              <a:t>PaaS: Plataforma</a:t>
            </a:r>
          </a:p>
          <a:p>
            <a:r>
              <a:t>SaaS: Software como servicio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Principales Proveedores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AWS, Microsoft Azure, Google Cloud Platform (GCP)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Bases de Datos en la Nube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Servicios administrados que permiten almacenar y gestionar datos sin administrar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RDS</a:t>
            </a:r>
          </a:p>
          <a:p>
            <a:r>
              <a:t>Amazon Aurora</a:t>
            </a:r>
          </a:p>
          <a:p>
            <a:r>
              <a:t>DynamoDB</a:t>
            </a:r>
          </a:p>
          <a:p>
            <a:r>
              <a:t>Redshift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Azure 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SQL Database</a:t>
            </a:r>
          </a:p>
          <a:p>
            <a:r>
              <a:t>Azure Database for MySQL</a:t>
            </a:r>
          </a:p>
          <a:p>
            <a:r>
              <a:t>Azure Cosmos DB</a:t>
            </a:r>
          </a:p>
          <a:p>
            <a:r>
              <a:t>Azure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AWS vs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AWS: Amplio catálogo y liderazgo.</a:t>
            </a:r>
          </a:p>
          <a:p>
            <a:r>
              <a:t>Azure: Integración con ecosistema Microsoft.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 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Usuarios → Aplicación Web → Base de Datos Cloud → Respaldo y Monitoreo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Escalabilidad, seguridad, disponibilidad y reducción de costos operativos.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General de Servicios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Usuarios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Aplicación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BD en la Nube</a:t>
            </a:r>
          </a:p>
          <a:p>
            <a:r>
              <a:t>(AWS/Azure)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
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Auditoría de Bases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Conceptos, herramientas y buenas prácticas de auditoría y monitoreo en bases de datos.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Auditoría de Base de Datos?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Proceso de monitoreo, registro y análisis de actividades realizadas dentro de un sistema gestor de bases de datos.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la Auditoría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Detectar accesos no autorizados</a:t>
            </a:r>
          </a:p>
          <a:p>
            <a:r>
              <a:t>• Monitorear consultas SQL</a:t>
            </a:r>
          </a:p>
          <a:p>
            <a:r>
              <a:t>• Mejorar rendimiento</a:t>
            </a:r>
          </a:p>
          <a:p>
            <a:r>
              <a:t>• Garantizar trazabilidad</a:t>
            </a:r>
          </a:p>
          <a:p>
            <a:r>
              <a:t>• Cumplimiento normativo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Elementos que se Auditan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Usuarios y privilegios</a:t>
            </a:r>
          </a:p>
          <a:p>
            <a:r>
              <a:t>• Consultas SQL</a:t>
            </a:r>
          </a:p>
          <a:p>
            <a:r>
              <a:t>• Cambios estructurales</a:t>
            </a:r>
          </a:p>
          <a:p>
            <a:r>
              <a:t>• Actividad sospechosa</a:t>
            </a:r>
          </a:p>
          <a:p>
            <a:r>
              <a:t>• Rendimiento y bloqueos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Herramienta: Imperva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Plataforma enterprise DAM (Database Activity Monitoring).</a:t>
            </a:r>
          </a:p>
          <a:p>
            <a:r>
              <a:t>Funciones:</a:t>
            </a:r>
          </a:p>
          <a:p>
            <a:r>
              <a:t>• Monitoreo en tiempo real</a:t>
            </a:r>
          </a:p>
          <a:p>
            <a:r>
              <a:t>• Alertas</a:t>
            </a:r>
          </a:p>
          <a:p>
            <a:r>
              <a:t>• Compliance</a:t>
            </a:r>
          </a:p>
          <a:p>
            <a:r>
              <a:t>• Detección de amenazas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Imperva y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Normativas comunes:</a:t>
            </a:r>
          </a:p>
          <a:p>
            <a:r>
              <a:t>• PCI-DSS</a:t>
            </a:r>
          </a:p>
          <a:p>
            <a:r>
              <a:t>• HIPAA</a:t>
            </a:r>
          </a:p>
          <a:p>
            <a:r>
              <a:t>• SOX</a:t>
            </a:r>
          </a:p>
          <a:p>
            <a:r>
              <a:t>Imperva ayuda a registrar y alertar eventos críticos.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Herramienta: MariaDB Audit Plugin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Plugin gratuito para auditoría.</a:t>
            </a:r>
          </a:p>
          <a:p>
            <a:r>
              <a:t>Permite registrar:</a:t>
            </a:r>
          </a:p>
          <a:p>
            <a:r>
              <a:t>• LOGIN</a:t>
            </a:r>
          </a:p>
          <a:p>
            <a:r>
              <a:t>• SELECT</a:t>
            </a:r>
          </a:p>
          <a:p>
            <a:r>
              <a:t>• UPDATE</a:t>
            </a:r>
          </a:p>
          <a:p>
            <a:r>
              <a:t>• DELETE</a:t>
            </a:r>
          </a:p>
          <a:p>
            <a:r>
              <a:t>• GRANT</a:t>
            </a:r>
          </a:p>
          <a:p>
            <a:r>
              <a:t>• DROP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Herramienta: Percona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Suite profesional para MySQL/MariaDB.</a:t>
            </a:r>
          </a:p>
          <a:p>
            <a:r>
              <a:t>Herramientas importantes:</a:t>
            </a:r>
          </a:p>
          <a:p>
            <a:r>
              <a:t>• pt-query-digest</a:t>
            </a:r>
          </a:p>
          <a:p>
            <a:r>
              <a:t>• pt-table-checksum</a:t>
            </a:r>
          </a:p>
          <a:p>
            <a:r>
              <a:t>• pt-index-usage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hace pt-query-digest?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Analiza logs de MySQL y detecta:</a:t>
            </a:r>
          </a:p>
          <a:p>
            <a:r>
              <a:t>• Queries lentas</a:t>
            </a:r>
          </a:p>
          <a:p>
            <a:r>
              <a:t>• Alto consumo</a:t>
            </a:r>
          </a:p>
          <a:p>
            <a:r>
              <a:t>• Consultas peligrosas</a:t>
            </a:r>
          </a:p>
          <a:p>
            <a:r>
              <a:t>• Usuarios activos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Auditoría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MySQL/MariaDB → Logs → Percona Toolkit → Análisis → Reportes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Auditoría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Consulta sospechosa:</a:t>
            </a:r>
          </a:p>
          <a:p>
            <a:r>
              <a:t>DELETE FROM empleados;</a:t>
            </a:r>
          </a:p>
          <a:p/>
          <a:p>
            <a:r>
              <a:t>La auditoría registra:</a:t>
            </a:r>
          </a:p>
          <a:p>
            <a:r>
              <a:t>• Usuario</a:t>
            </a:r>
          </a:p>
          <a:p>
            <a:r>
              <a:t>• Hora</a:t>
            </a:r>
          </a:p>
          <a:p>
            <a:r>
              <a:t>• IP</a:t>
            </a:r>
          </a:p>
          <a:p>
            <a:r>
              <a:t>• Consulta ejecutada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Laboratorio Universitario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Entorno recomendado:</a:t>
            </a:r>
          </a:p>
          <a:p>
            <a:r>
              <a:t>• MySQL o MariaDB</a:t>
            </a:r>
          </a:p>
          <a:p>
            <a:r>
              <a:t>• Percona Toolkit</a:t>
            </a:r>
          </a:p>
          <a:p>
            <a:r>
              <a:t>• Logs habilitados</a:t>
            </a:r>
          </a:p>
          <a:p>
            <a:r>
              <a:t>• Dashboard opcional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Principio de mínimo privilegio</a:t>
            </a:r>
          </a:p>
          <a:p>
            <a:r>
              <a:t>• Auditoría continua</a:t>
            </a:r>
          </a:p>
          <a:p>
            <a:r>
              <a:t>• Monitoreo de logs</a:t>
            </a:r>
          </a:p>
          <a:p>
            <a:r>
              <a:t>• Respaldos frecuentes</a:t>
            </a:r>
          </a:p>
          <a:p>
            <a:r>
              <a:t>• Revisión de accesos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auditoría de bases de datos es esencial para seguridad, trazabilidad y cumplimiento en ambientes empresariales y académicos.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